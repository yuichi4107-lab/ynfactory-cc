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 個別ご相談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〜御社に合ったAI活用を、30分でご提案します〜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YN Factory 代表　中田雄一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4114800" cy="4572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国家資格キャリアコンサルタント保持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中田雄一 プロフィール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09728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YN Factory 代表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1947672"/>
            <a:ext cx="347472" cy="347472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9019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国家資格キャリアコンサルタント 保持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2569464"/>
            <a:ext cx="347472" cy="347472"/>
          </a:xfrm>
          <a:prstGeom prst="ellipse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9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52374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AI活用アドバイザー（地方中小企業向け）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191256"/>
            <a:ext cx="347472" cy="347472"/>
          </a:xfrm>
          <a:prstGeom prst="ellipse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14553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業務効率化ツール開発・プロンプト設計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813048"/>
            <a:ext cx="347472" cy="347472"/>
          </a:xfrm>
          <a:prstGeom prst="ellipse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7673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採用・育成・評価の専門家として AI×HR に強み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なぜキャリアコンサルタントがAI支援をするのか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291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291840" cy="45720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一般的なAIコンサル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DX・業務効率化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コスト削減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ツール導入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103120"/>
            <a:ext cx="14630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人を活かす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1051560"/>
            <a:ext cx="329184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1051560"/>
            <a:ext cx="3291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YN Factory の差別化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15000" y="1737360"/>
            <a:ext cx="73152" cy="4114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= 人を活かすもの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2450592"/>
            <a:ext cx="73152" cy="4114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4505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採用・育成・評価 × AI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15000" y="3163824"/>
            <a:ext cx="73152" cy="4114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316382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経営者目線と社員目線の両方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今日の流れ（30分）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3474720"/>
          </a:xfrm>
          <a:prstGeom prst="rect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64592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0〜5分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YN Factoryとは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キャリコン資格の強み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920240" cy="34747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606040" y="1691640"/>
            <a:ext cx="164592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5〜15分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148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ヒアリング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御社の課題を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一緒に整理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192024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709160" y="1691640"/>
            <a:ext cx="164592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15〜25分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148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ご提案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L1/L2/L3の比較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補助金活用のご紹介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097280"/>
            <a:ext cx="1920240" cy="34747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812280" y="1691640"/>
            <a:ext cx="164592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25〜30分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148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次ステップ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契約・検討・見送り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いずれも丁寧に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今日すぐに決める必要はありません。まずお話を聞かせてください。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御社の現状を教えてください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事業内容と従業員規模はどのくらいですか？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8412480" cy="566928"/>
          </a:xfrm>
          <a:prstGeom prst="rect">
            <a:avLst/>
          </a:prstGeom>
          <a:solidFill>
            <a:srgbClr val="F7F8FC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0195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8105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AI（ChatGPT等）を実際に使っている社員はいますか？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6151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2374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「時間がかかっている」定型業務は何ですか？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8412480" cy="566928"/>
          </a:xfrm>
          <a:prstGeom prst="rect">
            <a:avLst/>
          </a:prstGeom>
          <a:solidFill>
            <a:srgbClr val="F7F8FC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328416"/>
            <a:ext cx="384048" cy="384048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3697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採用・人材育成で困っていることはありますか？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9502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AI導入のご予算感はどのくらいでしょうか？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こちらから順に聞いていきますので、思ったままお話しください。　　　※Q4はキャリアコンサルタント視点での重要質問です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地方中小企業でのAI活用事例（従業員30〜100名）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657600"/>
          </a:xfrm>
          <a:prstGeom prst="rect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377440" cy="6858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月20時間削減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報告書・日報の自動作成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AIが下書き → 社員が確認・修正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サービス業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1691640"/>
            <a:ext cx="2377440" cy="6858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採用コスト半減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求人票・面接質問をAI作成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キャリコン視点の評価基準も設計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651760" cy="36576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377440" cy="6858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残業削減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在庫発注メール・クレーム対応文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をAIが下書き → 確認だけでOK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AIは大企業だけのものではありません。御社の規模感にこそ、効果が出やすい活用方法があります。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 ライト顧問プラン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47472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4万円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743200" cy="27432"/>
          </a:xfrm>
          <a:prstGeom prst="rect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中堅社員1日分のコストと同等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月1回 Zoom相談（90分）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チャット質問し放題（平日）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AI活用スタートダッシュ支援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051560"/>
            <a:ext cx="4663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1051560"/>
            <a:ext cx="4663440" cy="457200"/>
          </a:xfrm>
          <a:prstGeom prst="rect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51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こんな方に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1691640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まずAIを小さく試してみたい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2468880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予算を抑えてスタートしたい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3246120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特定の業務改善から始めたい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L2 スタンダード顧問プラン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474720" cy="365760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8万円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 月2回 Zoom相談（各90分）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 業務改善の施策設計・実行まで伴走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 採用・育成・評価へのAI組み込み支援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 キャリコン視点で組織課題も対応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051560"/>
            <a:ext cx="4663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051560"/>
            <a:ext cx="4663440" cy="45720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051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こんな方に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20040" cy="320040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経営の右腕として動いてほしい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97680" y="2468880"/>
            <a:ext cx="320040" cy="320040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採用難・離職対策にAIを使いたい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97680" y="3246120"/>
            <a:ext cx="320040" cy="320040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複数業務を同時に改善したい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0" y="3794760"/>
            <a:ext cx="4663440" cy="914400"/>
          </a:xfrm>
          <a:prstGeom prst="rect">
            <a:avLst/>
          </a:prstGeom>
          <a:solidFill>
            <a:srgbClr val="F7F8FC"/>
          </a:solidFill>
          <a:ln w="25400">
            <a:solidFill>
              <a:srgbClr val="E863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3794760"/>
            <a:ext cx="91440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7947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国家資格キャリアコンサルタントとして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採用・育成・評価のAI化まで対応できる唯一のプラン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L3 集中導入プロジェクト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474720" cy="36576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3ヶ月間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総額30万円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108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補助金活用の可能性あり（採択保証なし）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 AI活用ロードマップ設計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 業務フロー改善を一気に完成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 社員向けAI活用研修（1〜2回）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051560"/>
            <a:ext cx="4663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1051560"/>
            <a:ext cx="4663440" cy="4572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051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こんな方に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320040" cy="320040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スピード感を持って成果を出したい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320040" cy="320040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まとまった改革を一度にやりたい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97680" y="3246120"/>
            <a:ext cx="320040" cy="320040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補助金でコストを圧縮したい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3プランの比較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2167128"/>
                <a:gridCol w="2167128"/>
                <a:gridCol w="2167128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L1 ライト顧問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L2 スタンダード顧問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L3 集中導入PJ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30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月額/総額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月4万円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月8万円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3ヶ月30万円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Zoom相談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月1回（90分）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月2回（各90分）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週1回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チャットサポート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業務改善施策設計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採用・育成AI支援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AI研修実施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補助金活用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B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可能性あり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ヒアリング内容に応じて、最適なプランを1つご提案します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補助金でAI導入コストを抑える可能性について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3D4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023360" cy="502920"/>
          </a:xfrm>
          <a:prstGeom prst="rect">
            <a:avLst/>
          </a:prstGeom>
          <a:solidFill>
            <a:srgbClr val="3D4FB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小規模事業者持続化補助金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上限 50万円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外部専門家費用・広告費等が対象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AI導入のコンサルティング費用に活用できる可能性があります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0233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4023360" cy="5029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IT導入補助金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691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最大補助率 1/2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クラウドツール・ITシステム導入費用が対象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AIツールの導入費用に活用できる可能性があります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8503920" cy="1097280"/>
          </a:xfrm>
          <a:prstGeom prst="rect">
            <a:avLst/>
          </a:prstGeom>
          <a:solidFill>
            <a:srgbClr val="F7F8FC"/>
          </a:solidFill>
          <a:ln w="25400">
            <a:solidFill>
              <a:srgbClr val="E863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657600"/>
            <a:ext cx="91440" cy="10972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【重要】</a:t>
            </a:r>
            <a:pPr algn="l" indent="0" marL="0">
              <a:buNone/>
            </a:pPr>
            <a:r>
              <a:rPr lang="en-US" sz="13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補助金は外部機関（中小機構等）の審査があり、採択を保証するものではありません。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B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活用できる可能性についてご案内しています。最新情報は各機関へご確認ください。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詳細は資料でお送りします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今日の次ステップ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1887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今日契約する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2103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974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契約書を今日中にメールでお送りします。来月から開始できます。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51760" cy="34747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1887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1週間検討する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2606040"/>
            <a:ext cx="2103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6974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社内でご相談の上、1週間後にフォローZoomをご予約ください。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051560"/>
            <a:ext cx="2651760" cy="347472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11887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2A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今回は見送る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5080" y="2606040"/>
            <a:ext cx="2103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6974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いつでもご連絡ください。何かニーズが出たときにまたお話しましょう。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どの選択肢でも、今日の資料をメールでお送りします。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6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ご質問・お問い合わせ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5486400" cy="1463040"/>
          </a:xfrm>
          <a:prstGeom prst="rect">
            <a:avLst/>
          </a:prstGeom>
          <a:solidFill>
            <a:srgbClr val="2D3A8C"/>
          </a:solidFill>
          <a:ln w="12700">
            <a:solidFill>
              <a:srgbClr val="3D4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23317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Mail: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info@ynfactory.online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Web: 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ynfactory.online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AIは人を活かすもの。御社の人が輝く組織づくりを、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8EAF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一緒に考えさせてください。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国家資格キャリアコンサルタント / AI活用アドバイザー　中田雄一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AI活用 個別ご相談</dc:title>
  <dc:subject>PptxGenJS Presentation</dc:subject>
  <dc:creator>YN Factory</dc:creator>
  <cp:lastModifiedBy>YN Factory</cp:lastModifiedBy>
  <cp:revision>1</cp:revision>
  <dcterms:created xsi:type="dcterms:W3CDTF">2026-05-02T09:26:59Z</dcterms:created>
  <dcterms:modified xsi:type="dcterms:W3CDTF">2026-05-02T09:26:59Z</dcterms:modified>
</cp:coreProperties>
</file>