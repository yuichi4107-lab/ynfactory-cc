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502920"/>
            <a:ext cx="8503920" cy="5486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40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89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人手不足に悩む地方中小企業のための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13258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今すぐ使えるAI活用5選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47472" y="26974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 30人規模の会社が ChatGPT で月40時間取り戻した実例 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3291840"/>
            <a:ext cx="8503920" cy="54864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34564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講師: Yuichi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国家資格キャリアコンサルタント × AI活用支援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オープニング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自己紹介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Yuichi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3200400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311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国家資格 キャリアコンサルタント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・採用・育成・定着の専門家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・AI活用伴走支援（中小企業特化）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・地方中小企業への支援実績多数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3566160" cy="1371600"/>
          </a:xfrm>
          <a:prstGeom prst="rect">
            <a:avLst/>
          </a:prstGeom>
          <a:solidFill>
            <a:srgbClr val="122654"/>
          </a:solidFill>
          <a:ln w="1905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00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「AIで業務を効率化する」だけでなく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「AIで人を活かす」支援ができる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採用がうまくいかない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社員が育たない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離職が続く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AI×人材の両方の視点でサポート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オープニング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今日、持ち帰っていただく 3つの価値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45720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今すぐ使えるAI活用法 5選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明日から試せる、具体的な手順付きで解説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73552" y="13258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325880"/>
            <a:ext cx="2606040" cy="45720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0712" y="1874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プロンプト集 PDF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10712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にそのままコピペできるプロンプト 10〜15 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9904" y="1325880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325880"/>
            <a:ext cx="2606040" cy="45720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371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27064" y="18745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活用ロードマップ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27064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 6 ヶ月で自社をどう変えるか、計画立案シート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オープニング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本日の流れ（90分）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527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252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オープニング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271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自己紹介・今日のゴール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28216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792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課題提起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人手不足×コスト×競合の現実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67712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31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AI必須論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なぜ今 AI 導入が必要か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07208"/>
            <a:ext cx="8229600" cy="47548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7121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28712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AI活用5選（メイン）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889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議事録/求人票/メール/研修/マニュアル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46704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1071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410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キャリコン視点の差別化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AI×HR 独自アプローチ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502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3950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個別相談 CTA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968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 Zoom 相談のご案内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25696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4897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4489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Q&amp;A・クロージング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4507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質問受付・持ち帰り資料案内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質問はいつでもチャットへ！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パート1: 課題提起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あなたの会社でも、起きていませんか？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138160" cy="658368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09728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求人を出しても応募が来ない…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138160" cy="658368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0280"/>
            <a:ext cx="109728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500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やっと採用できたと思ったらすぐ辞める…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138160" cy="658368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63240"/>
            <a:ext cx="109728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729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ベテランが辞めたら業務が回らなくなった…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138160" cy="658368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86200"/>
            <a:ext cx="109728" cy="6583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採用広告費がかかるのに効果が出ない…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これは皆さんだけの問題ではありません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パート1: 課題提起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人手不足の現実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22860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約7割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の中小企業が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461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人手不足を感じている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（厚労省 2025）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23444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325880"/>
            <a:ext cx="22860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80〜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24612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100万円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29461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中途採用1人にかかる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コスト（採用〜定着まで）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23444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1325880"/>
            <a:ext cx="22860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3倍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594360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9461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都市部と比べた地方の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求人倍率の差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138160" cy="86868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947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少子高齢化の影響で、この状況は今後も続きます。「もう少し待てば改善する」は通用しない時代です。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パート1: 課題提起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離職スパイラルが会社を蝕む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1645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採用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" y="202996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80〜100万円のコスト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22576" y="16642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828800" cy="1645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育成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33472" y="202996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3〜6ヶ月の時間投資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16642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828800" cy="16459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離職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36592" y="202996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EB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1年以内に約30%が退職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28816" y="16642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828800" cy="1645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また採用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39712" y="202996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さらに80〜100万円…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138160" cy="5029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906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この悪循環を断ち切るカギが「AI活用」にあります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残った社員に負担集中 → 疲弊 → また離職 → また採用…このループから今すぐ抜け出す方法をお伝えします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パート1: 課題提起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発想を転換する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49040" cy="256032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人手を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増やす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コストと時間がかかる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採用できても定着しない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3749040" cy="2560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今いる人の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生産性を上げる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0" y="29992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AIを使えば今日から始められる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コストをかけずに即効果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パート2: AI必須論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「AI＝大企業のもの」は過去の話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91440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48132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無料プランから今日使える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91440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35000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スマートフォンのアプリでも AI が動く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91440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21868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のツールにも AI が続々搭載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931920"/>
            <a:ext cx="91440" cy="71323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69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08736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電卓・メールと同じ「仕事道具」の時代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パート2: AI必須論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AI活用が生み出す、圧倒的な生産性差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237744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20〜30%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0120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AI活用企業の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生産性向上率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（McKinsey調査）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25880"/>
            <a:ext cx="237744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週 11h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83280" y="25923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0120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AI使用社員 vs 非使用社員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の作業時間差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（Microsoft調査）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25880"/>
            <a:ext cx="237744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 45h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217920" y="25923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約1週間分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30120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年間に換算すると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約540時間の差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138160" cy="7772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95344"/>
            <a:ext cx="7863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月45時間 × 時給2,000円 = 月9万円分の「隠れたコスト差」が競合との間に生まれています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パート2: AI必須論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「AI が使える会社で働きたい」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若手の声が、採用力を変える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256032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20〜30代の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就職先選びの基準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 スキルが身につく会社に入りたい」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「デジタルツールを活用している会社」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「自分も成長できる環境を求めている」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4023360" cy="2560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地方中小企業への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強力な差別化ポイント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60604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 活用している会社です」の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一言が求人票の最強の武器になる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採用広告費を下げながら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応募数を増やした事例あり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パート2: AI必須論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「様子見」にはコストがかかる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320040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A社（AI活用を推進）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提案書作成を AI で効率化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顧客メールの AI 下書き導入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71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マニュアル整備を AI で内製化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467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社員 1 人当たり売上 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221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若手応募が増加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97764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B社（様子見を継続）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半年間「導入を検討中」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95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ベテランに業務が集中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8712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採用広告費は増加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3467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売上差がじわじわ拡大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8221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若手採用できず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636008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半年後の差が、取り返しのつかない格差になります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654"/>
          </a:solidFill>
          <a:ln w="12700">
            <a:solidFill>
              <a:srgbClr val="122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メインコンテンツ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今すぐ使える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AI活用5選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地方中小企業が「月40時間」を取り戻した実例と、明日から使えるプロンプト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議事録自動要約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会議が終わったら即 ChatGPT へコピペ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246120"/>
            <a:ext cx="3657600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64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岐阜県・製造業・社員35名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AI活用1: 議事録自動要約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/ After + プロンプト例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66160" cy="1737360"/>
          </a:xfrm>
          <a:prstGeom prst="rect">
            <a:avLst/>
          </a:prstGeom>
          <a:solidFill>
            <a:srgbClr val="FFF3F3"/>
          </a:solidFill>
          <a:ln w="12700">
            <a:solidFill>
              <a:srgbClr val="FF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会議後に手書きメモを清書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30〜60分かかる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要点が漏れる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共有が遅れる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566160" cy="1737360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261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AFTER（AI活用後）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16276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録音 or メモを ChatGPT に貼付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3分で要約完成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決定事項・担当者が明確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即 Slack/メールで共有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 1ヶ月で 約8時間削減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520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プロンプト例（そのままコピペ可）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85876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以下の会議メモを整理して、①決定事項、②TODO（担当者・期限）、③次回議題の3つに分けてまとめてください。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[ここにメモをペースト]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求人票・募集要項の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AI自動生成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採用力格差をAIで逆転する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246120"/>
            <a:ext cx="3657600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64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長野県・飲食サービス業・社員42名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AI活用2: 求人票AI生成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求人票が変わると、採用が変わる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9202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が生成する求人票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" y="169164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・仕事内容を箇条書きで入れるだけで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魅力的な文章に変換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・5分で完成、何パターンでも試せる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・キーワードも自動で最適化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114800" cy="192024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88720"/>
            <a:ext cx="4114800" cy="4114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16152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キャリアコンサルタント視点の監修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・「求人票は会社の顔」—求職者心理を踏まえた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ワーディングが離職率も下げる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・国家資格の知識で、法的に正しい記載も確認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・AI生成 × キャリコン監修 = 最強の組み合わせ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solidFill>
            <a:srgbClr val="EEF2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101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長野県・飲食業（社員42名）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求人票を AI で作り直し、キャリコンが監修 → 応募数が2ヶ月で 3倍に。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採用広告費は変えず、文章だけを変えた結果です。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メール返信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下書きAI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1通に15分かけていた時代は終わり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246120"/>
            <a:ext cx="3657600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64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鹿児島県・建設業・社員55名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AI活用3: メール返信下書き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メール業務を 1/5 の時間に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23774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15分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1442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3961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1通あたりの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メール処理時間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280160"/>
            <a:ext cx="23774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 12h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337560" y="21442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243961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1日5通 × 20日の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削減効果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5603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280160"/>
            <a:ext cx="23774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7D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品質 UP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126480" y="2439619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丁寧・明瞭な文章で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顧客満足度も向上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169164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27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以下のメール（受信）に対して、丁寧かつ簡潔に返信する文章を書いてください。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・返信のトーン: 丁寧・ビジネスライク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・要点: [ここに返信の要点を箇条書き]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・締め: 引き続きよろしくお願いいたします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[受信メール本文をここに貼付]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社員研修コンテンツの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内製化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 50万円 → AI で自前作成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246120"/>
            <a:ext cx="3657600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64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富山県・小売業・社員60名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AI活用4: 研修コンテンツ内製化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研修を「外注」から「内製」へ転換する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22860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で作れる研修コンテンツ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5216" y="16916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・新人向けOJTスライド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・接客マナー研修テキスト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・コンプライアンス確認シート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・評価面談トークスクリプト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全部 ChatGPT で叩き台生成可能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1188720"/>
            <a:ext cx="4526280" cy="228600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188720"/>
            <a:ext cx="4526280" cy="4114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216152"/>
            <a:ext cx="4343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キャリコン視点の研修設計のコツ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169164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「なぜやるか」を先に伝える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社員のキャリア成長に結びつける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研修後の行動目標を明確にする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生成 + キャリコン設計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 社員が自ら学びたくなる研修へ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576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富山県・小売業（社員60名） — 外注研修費 年間50万円 → AI 内製化でほぼ0円に。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社員満足度アンケート「研修が役立つ」が 54% → 81% に改善。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14173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業務マニュアルの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AI整備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属人化をなくして「辞めても困らない」組織へ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3246120"/>
            <a:ext cx="3657600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64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宮城県・物流・社員80名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AI活用5: マニュアルAI整備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「あの人しかわからない」をなくす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8013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担当者に口頭で業務を説明してもらう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（録音 or 箇条書きメモでOK）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984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01568" y="18013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に「マニュアル化して」と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一行指示するだけで草案完成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606040" cy="2560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984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9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36208" y="18013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担当者がチェック・修正 → 完成！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全工程を 2時間以内に完了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59352"/>
            <a:ext cx="7955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事例: 宮城県・物流（社員80名） — 「誰でも同じ業務ができる」状態になり、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ベテラン退職後も業務継続。新人研修期間が 3ヶ月 → 6週間 に短縮。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AI活用5選: まとめ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 40 時間削減の内訳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4416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344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議事録自動要約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371600"/>
            <a:ext cx="3657600" cy="2743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344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8h/月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2082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0208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求人票AI生成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31920" y="2048256"/>
            <a:ext cx="2286000" cy="27432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208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5h/月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974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697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メール返信下書き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0" y="2724912"/>
            <a:ext cx="5486400" cy="274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2697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12h/月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64408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741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3741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研修コンテンツ内製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31920" y="3401568"/>
            <a:ext cx="3657600" cy="2743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33741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8h/月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941064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507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4050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マニュアルAI整備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31920" y="4078224"/>
            <a:ext cx="3200400" cy="27432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40507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7h/月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645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合計: 月 40時間 削減 → 年間 480時間 = 約 60日分の工数を取り戻す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キャリアコンサルタント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目線の差別化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「AI＝人を活かすツール」という独自視点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パート4: キャリコン差別化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キャリアコンサルタント × AI の独自視点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普通のAIコンサルにはない「人材×AI」の視点でサポートします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2560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採用力の向上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" y="242316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求人票・面接設計・評価基準を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AI×キャリコン双方の視点で最適化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73552" y="192024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920240"/>
            <a:ext cx="54864" cy="2560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社員の定着・成長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01568" y="242316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研修 × キャリア面談で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「辞めたくない会社」へ変える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9904" y="1920240"/>
            <a:ext cx="2606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920240"/>
            <a:ext cx="54864" cy="25603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0116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経営者と社員 両方を語れる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コスト削減（経営者視点）と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成長環境（社員視点）を同時に実現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パート4: キャリコン差別化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「AI＝人を奪うもの」という誤解を解く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246888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「AIが社員の仕事を奪う」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「導入したら人が要らなくなる」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「社員が反発するのでは？」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840480" cy="246888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「AI が雑務を引き受けて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社員が本来の仕事に集中できる」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「人を活かすためのツール」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というのが正しい理解です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キャリアコンサルタントとして：社員が「AIに使われる」ではなく「AIを使いこなす」人材に育てます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パート4: キャリコン差別化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導入で「選ばれる会社」になる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9436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採用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求職者に選ばれる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 が使える会社」として差別化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若手・優秀人材の応募が増える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2651760" cy="59436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社員に選ばれ続ける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雑務が減り、社員が本来の仕事に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専念できる職場環境へ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25880"/>
            <a:ext cx="2651760" cy="59436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競合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競合他社に差をつける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63640" y="2743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活用による生産性向上で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コスト・スピードで圧倒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地方中小企業が「AI活用 × キャリアコンサルタント支援」で、都市の大企業に負けない組織を作れます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654"/>
          </a:solidFill>
          <a:ln w="12700">
            <a:solidFill>
              <a:srgbClr val="122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あなたの会社の場合は？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無料 個別相談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Zoom 30分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34640"/>
            <a:ext cx="73152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620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自社に最適なAI活用法を一緒に考えます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83280"/>
            <a:ext cx="73152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107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キャリアコンサルタントが採用・定着の悩みも同時に相談可能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73152" cy="4572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593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参加者限定: プロンプト集PDF＋ロードマップシートをプレゼント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8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パート5: 個別相談CTA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今すぐ予約できます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https://ynfactory.online/consult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チャットにURLを貼りました。今すぐクリックして日程を選んでください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2A4F8E"/>
          </a:solidFill>
          <a:ln w="12700">
            <a:solidFill>
              <a:srgbClr val="2A4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3832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・完全無料・売り込みは一切しません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・Zoom30分。当日すぐ使えるアドバイスをします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・先着順で枠に限りあります。お早めに！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Q&amp;A タイム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どんな質問でもお気軽にチャットへ！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735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「自社業種での活用は？」「セキュリティは？」「コストは？」など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クロージング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今日のまとめ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91440" cy="10058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54480"/>
            <a:ext cx="438912" cy="43891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4173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人手不足は構造的問題 → 「採用」より「生産性向上」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85623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今いる社員の仕事をAIで効率化する発想転換が必要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87168"/>
            <a:ext cx="91440" cy="10058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715768"/>
            <a:ext cx="438912" cy="43891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57860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AI活用5選で月40時間削減は実現可能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議事録・求人票・メール・研修・マニュアルの5つ。明日から試せる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48456"/>
            <a:ext cx="91440" cy="100584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877056"/>
            <a:ext cx="438912" cy="43891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77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373989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キャリコン×AIで「人を活かす組織」へ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17880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採用力・定着率・生産性を同時に高める独自アプローチ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クロージング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本日の持ち帰り資料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3200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プロンプト集 PDF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17373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にそのままコピペできる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 10〜15 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・議事録要約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・求人票作成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・メール返信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・研修コンテンツ生成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・マニュアル作成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4069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234440"/>
            <a:ext cx="54864" cy="32004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325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活用ロードマップ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ワークシート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45736" y="1737360"/>
            <a:ext cx="3886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 6 ヶ月の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段階的な計画立案シート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・1〜2週目: まず試す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・1〜3ヶ月目: 定着させる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・3〜6ヶ月目: 組織全体へ展開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5994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チャットにダウンロードリンクを送ります。今すぐ保存してください！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クロージング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明日からの 3 つのアクション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280160" cy="9601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481328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プロンプト集をダウンロードして手元に置く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9385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資料はチャットのリンクから今すぐ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1280160" cy="9601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249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明日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2578608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AI活用1（議事録要約）を会議で1回試す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03580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まず1回やってみることが最重要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1280160" cy="960120"/>
          </a:xfrm>
          <a:prstGeom prst="rect">
            <a:avLst/>
          </a:prstGeom>
          <a:solidFill>
            <a:srgbClr val="B84500"/>
          </a:solidFill>
          <a:ln w="12700">
            <a:solidFill>
              <a:srgbClr val="B84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221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今週中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675888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無料個別相談を予約する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41330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https://ynfactory.online/consult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654"/>
          </a:solidFill>
          <a:ln w="12700">
            <a:solidFill>
              <a:srgbClr val="1226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ご参加ありがとうございました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一緒に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「選ばれる会社」を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作りましょう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55701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無料個別相談: https://ynfactory.online/consult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Yuichi | 国家資格キャリアコンサルタント × AI活用支援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人手不足に悩む地方中小企業のための、今すぐ使えるAI活用5選</dc:title>
  <dc:subject>PptxGenJS Presentation</dc:subject>
  <dc:creator>Yuichi</dc:creator>
  <cp:lastModifiedBy>Yuichi</cp:lastModifiedBy>
  <cp:revision>1</cp:revision>
  <dcterms:created xsi:type="dcterms:W3CDTF">2026-05-04T01:47:01Z</dcterms:created>
  <dcterms:modified xsi:type="dcterms:W3CDTF">2026-05-04T01:47:01Z</dcterms:modified>
</cp:coreProperties>
</file>